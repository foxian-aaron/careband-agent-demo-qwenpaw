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78e0f30c584ed1" /><Relationship Type="http://schemas.openxmlformats.org/officeDocument/2006/relationships/extended-properties" Target="/docProps/app.xml" Id="Re0c218cd0e644003" /><Relationship Type="http://schemas.openxmlformats.org/officeDocument/2006/relationships/officeDocument" Target="/ppt/presentation.xml" Id="Ref3ebe199b8d40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673167855d4eef"/>
  </p:sldMasterIdLst>
  <p:notesMasterIdLst>
    <p:notesMasterId xmlns:r="http://schemas.openxmlformats.org/officeDocument/2006/relationships" r:id="Rb085ca5a11654bd9"/>
  </p:notesMasterIdLst>
  <p:sldIdLst>
    <p:sldId xmlns:r="http://schemas.openxmlformats.org/officeDocument/2006/relationships" id="256" r:id="R0a35e3e5f4d94bc8"/>
    <p:sldId xmlns:r="http://schemas.openxmlformats.org/officeDocument/2006/relationships" id="257" r:id="Rdead3c1570974b18"/>
    <p:sldId xmlns:r="http://schemas.openxmlformats.org/officeDocument/2006/relationships" id="258" r:id="Rbded808caba44e5d"/>
    <p:sldId xmlns:r="http://schemas.openxmlformats.org/officeDocument/2006/relationships" id="259" r:id="R62e5072e9ee44941"/>
    <p:sldId xmlns:r="http://schemas.openxmlformats.org/officeDocument/2006/relationships" id="260" r:id="R5c67c92b7ee94588"/>
    <p:sldId xmlns:r="http://schemas.openxmlformats.org/officeDocument/2006/relationships" id="261" r:id="Rceaab96e6e2e468d"/>
    <p:sldId xmlns:r="http://schemas.openxmlformats.org/officeDocument/2006/relationships" id="262" r:id="R4495b6b523f64af1"/>
    <p:sldId xmlns:r="http://schemas.openxmlformats.org/officeDocument/2006/relationships" id="263" r:id="R3c08ac4270234668"/>
    <p:sldId xmlns:r="http://schemas.openxmlformats.org/officeDocument/2006/relationships" id="264" r:id="R6f92116beca445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6db73b580345a3" /><Relationship Type="http://schemas.openxmlformats.org/officeDocument/2006/relationships/slideMaster" Target="/ppt/slideMasters/slideMaster1.xml" Id="Rc8673167855d4eef" /><Relationship Type="http://schemas.openxmlformats.org/officeDocument/2006/relationships/notesMaster" Target="/ppt/notesMasters/notesMaster1.xml" Id="Rb085ca5a11654bd9" /><Relationship Type="http://schemas.openxmlformats.org/officeDocument/2006/relationships/presProps" Target="/ppt/presProps.xml" Id="Ra858e85066b747ce" /><Relationship Type="http://schemas.openxmlformats.org/officeDocument/2006/relationships/tableStyles" Target="/ppt/tableStyles.xml" Id="R9a161eac7ecd4918" /><Relationship Type="http://schemas.openxmlformats.org/officeDocument/2006/relationships/slide" Target="/ppt/slides/slide1.xml" Id="R0a35e3e5f4d94bc8" /><Relationship Type="http://schemas.openxmlformats.org/officeDocument/2006/relationships/slide" Target="/ppt/slides/slide2.xml" Id="Rdead3c1570974b18" /><Relationship Type="http://schemas.openxmlformats.org/officeDocument/2006/relationships/slide" Target="/ppt/slides/slide3.xml" Id="Rbded808caba44e5d" /><Relationship Type="http://schemas.openxmlformats.org/officeDocument/2006/relationships/slide" Target="/ppt/slides/slide4.xml" Id="R62e5072e9ee44941" /><Relationship Type="http://schemas.openxmlformats.org/officeDocument/2006/relationships/slide" Target="/ppt/slides/slide5.xml" Id="R5c67c92b7ee94588" /><Relationship Type="http://schemas.openxmlformats.org/officeDocument/2006/relationships/slide" Target="/ppt/slides/slide6.xml" Id="Rceaab96e6e2e468d" /><Relationship Type="http://schemas.openxmlformats.org/officeDocument/2006/relationships/slide" Target="/ppt/slides/slide7.xml" Id="R4495b6b523f64af1" /><Relationship Type="http://schemas.openxmlformats.org/officeDocument/2006/relationships/slide" Target="/ppt/slides/slide8.xml" Id="R3c08ac4270234668" /><Relationship Type="http://schemas.openxmlformats.org/officeDocument/2006/relationships/slide" Target="/ppt/slides/slide9.xml" Id="R6f92116beca445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d2e27b9f0046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ed04f811d94e43" /><Relationship Type="http://schemas.openxmlformats.org/officeDocument/2006/relationships/notesMaster" Target="/ppt/notesMasters/notesMaster1.xml" Id="Rc7ee1cc9327141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9e8839dea34f84" /><Relationship Type="http://schemas.openxmlformats.org/officeDocument/2006/relationships/notesMaster" Target="/ppt/notesMasters/notesMaster1.xml" Id="R8925e0fda2dd40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14200626c044f4" /><Relationship Type="http://schemas.openxmlformats.org/officeDocument/2006/relationships/notesMaster" Target="/ppt/notesMasters/notesMaster1.xml" Id="R2f2e558fe08847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41ac00ed2e4265" /><Relationship Type="http://schemas.openxmlformats.org/officeDocument/2006/relationships/notesMaster" Target="/ppt/notesMasters/notesMaster1.xml" Id="Rd0c99637ad524f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8897b7241749be" /><Relationship Type="http://schemas.openxmlformats.org/officeDocument/2006/relationships/notesMaster" Target="/ppt/notesMasters/notesMaster1.xml" Id="R1c2e31ccbb6240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92af64c86f45de" /><Relationship Type="http://schemas.openxmlformats.org/officeDocument/2006/relationships/notesMaster" Target="/ppt/notesMasters/notesMaster1.xml" Id="Rd94e473877724b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91c029c7cb41df" /><Relationship Type="http://schemas.openxmlformats.org/officeDocument/2006/relationships/notesMaster" Target="/ppt/notesMasters/notesMaster1.xml" Id="Rd6d6725337444a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721072ac0d4e54" /><Relationship Type="http://schemas.openxmlformats.org/officeDocument/2006/relationships/notesMaster" Target="/ppt/notesMasters/notesMaster1.xml" Id="Rc80ee2516e7f41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84112acf67421e" /><Relationship Type="http://schemas.openxmlformats.org/officeDocument/2006/relationships/notesMaster" Target="/ppt/notesMasters/notesMaster1.xml" Id="Re401b0991c7c42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023dc4dea44b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8f645e9f1e4095" /><Relationship Type="http://schemas.openxmlformats.org/officeDocument/2006/relationships/slideLayout" Target="/ppt/slideLayouts/slideLayout1.xml" Id="R57c22a0fc0fd44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c22a0fc0fd44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daed6c0354293" /><Relationship Type="http://schemas.openxmlformats.org/officeDocument/2006/relationships/notesSlide" Target="/ppt/notesSlides/notesSlide1.xml" Id="R2175df37d82f48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fe34461b9483f" /><Relationship Type="http://schemas.openxmlformats.org/officeDocument/2006/relationships/notesSlide" Target="/ppt/notesSlides/notesSlide2.xml" Id="R48cf73bcda274c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37e1d0aba47af" /><Relationship Type="http://schemas.openxmlformats.org/officeDocument/2006/relationships/notesSlide" Target="/ppt/notesSlides/notesSlide3.xml" Id="R4ca269d4963a40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e54268add4a5d" /><Relationship Type="http://schemas.openxmlformats.org/officeDocument/2006/relationships/notesSlide" Target="/ppt/notesSlides/notesSlide4.xml" Id="R268e5e13c68f4f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88bc972f1404b" /><Relationship Type="http://schemas.openxmlformats.org/officeDocument/2006/relationships/notesSlide" Target="/ppt/notesSlides/notesSlide5.xml" Id="Rc183812508864f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fad0963f4412f" /><Relationship Type="http://schemas.openxmlformats.org/officeDocument/2006/relationships/notesSlide" Target="/ppt/notesSlides/notesSlide6.xml" Id="R4c175f10ef1949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db67193c94ed0" /><Relationship Type="http://schemas.openxmlformats.org/officeDocument/2006/relationships/notesSlide" Target="/ppt/notesSlides/notesSlide7.xml" Id="R5358d7d880aa48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f42bc69db452f" /><Relationship Type="http://schemas.openxmlformats.org/officeDocument/2006/relationships/notesSlide" Target="/ppt/notesSlides/notesSlide8.xml" Id="R3ee8558423e548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df5ecce1a4c93" /><Relationship Type="http://schemas.openxmlformats.org/officeDocument/2006/relationships/notesSlide" Target="/ppt/notesSlides/notesSlide9.xml" Id="Re727a9cee8f943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F78F320A-8E0C-4111-9376-CC3BD79F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不是再多一个健康看板
而是让异常有人处理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4949B96-6D4D-4EF3-B294-FD49B511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规则先行 · 三端同源 · 可见降级
本地比赛 Demo · 2026.07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357242A-9C76-406B-ACE9-50B65B7E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CareBand v0.2 · 智护环</a:t>
            </a:r>
          </a:p>
        </p:txBody>
      </p:sp>
    </p:spTree>
    <p:extLst>
      <p:ext uri="{BB962C8B-B14F-4D97-AF65-F5344CB8AC3E}">
        <p14:creationId xmlns:p14="http://schemas.microsoft.com/office/powerpoint/2010/main" val="17066495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E37B971-3F6C-4D08-B63C-BDE30712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646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6B8C091-725C-4632-856E-AE5C534B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照护缺口不在数据采集，而在谁来行动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248DA38D-62C1-48D1-9146-E2F74762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今天：数据到达，却没有闭环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穿戴设备给出步数、心率和睡眠；事件散落在按钮、语音与人工记录。护工、家属和机构看到的不是同一套证据。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E703C569-C5C7-48C7-89B4-B8493ADF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CareBand：把信号变成可追溯动作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每日聚合与规范事件先进入规则引擎，再形成任务和三端摘要；处理完成后解决关联事件，风险重新计算。</a:t>
            </a:r>
          </a:p>
        </p:txBody>
      </p:sp>
    </p:spTree>
    <p:extLst>
      <p:ext uri="{BB962C8B-B14F-4D97-AF65-F5344CB8AC3E}">
        <p14:creationId xmlns:p14="http://schemas.microsoft.com/office/powerpoint/2010/main" val="349195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4-p58-1">
            <a:extLst xmlns:a="http://schemas.openxmlformats.org/drawingml/2006/main">
              <a:ext uri="{FF2B5EF4-FFF2-40B4-BE49-F238E27FC236}">
                <a16:creationId xmlns:a16="http://schemas.microsoft.com/office/drawing/2014/main" id="{E8F3DC9B-99A2-4DD6-A5F8-A58B4E96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38801"/>
            <a:ext cx="5533168" cy="4155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  输入先标准化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Apple Health / CSV → DailySnapshot
缺失值保持 null；质量统一为 0–100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  所有事件进入同一契约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sos / fall / voice / medication / location / device_status / manual_note</a:t>
            </a:r>
          </a:p>
        </p:txBody>
      </p:sp>
      <p:sp>
        <p:nvSpPr>
          <p:cNvPr id="2" name="Google-Shape-532-p58-3">
            <a:extLst xmlns:a="http://schemas.openxmlformats.org/drawingml/2006/main">
              <a:ext uri="{FF2B5EF4-FFF2-40B4-BE49-F238E27FC236}">
                <a16:creationId xmlns:a16="http://schemas.microsoft.com/office/drawing/2014/main" id="{E0273C69-AA84-49E7-B3DE-924E475E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646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Google-Shape-533-p58-4">
            <a:extLst xmlns:a="http://schemas.openxmlformats.org/drawingml/2006/main">
              <a:ext uri="{FF2B5EF4-FFF2-40B4-BE49-F238E27FC236}">
                <a16:creationId xmlns:a16="http://schemas.microsoft.com/office/drawing/2014/main" id="{E00A710D-B171-494C-AE6A-E8229E4A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一条可信链路，四层责任清晰</a:t>
            </a:r>
          </a:p>
        </p:txBody>
      </p:sp>
      <p:sp>
        <p:nvSpPr>
          <p:cNvPr id="4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F860947F-812F-467D-B993-A478A6CC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069" y="2192655"/>
            <a:ext cx="5537168" cy="3801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  规则引擎唯一决定 risk_level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服务器重建档案、当天快照、排除当天的七日基线与 24 小时有效事件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4  Agent 摘要 → Schema → 三端；失败则明确 fallback</a:t>
            </a:r>
          </a:p>
        </p:txBody>
      </p:sp>
    </p:spTree>
    <p:extLst>
      <p:ext uri="{BB962C8B-B14F-4D97-AF65-F5344CB8AC3E}">
        <p14:creationId xmlns:p14="http://schemas.microsoft.com/office/powerpoint/2010/main" val="3442014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0EE0956-FD95-4A43-B11C-B735BA75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646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2C64AEC-3528-47F0-8214-95CFBED4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陈伯的一次异常，必须成为可追溯任务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3EB615D3-1049-4574-90A9-F0866506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5E488873-A7F9-4734-BD91-0432076D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7569F086-1EC0-47DA-BF76-F87B6FCE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4276DB3-5C37-4D4E-82A5-DE760810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每日聚合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21002C-C0E3-4FC0-8D87-204CB8D5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主动反馈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2CE6D84B-06DD-45E8-A49C-E220695D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人工闭环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EE4630D6-E930-4F50-ABB7-3838AE6E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“我有点头晕”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规则升为 high_risk
生成高优先级护工任务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9C799B6-30A4-4BF0-8E0D-6390357F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活动与睡眠偏离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晚药仍未确认
只用每日聚合，不上传原始 XML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EDBE2EA0-61B8-4B47-8E82-F1022C09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接单 → 查看 → 完成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解决关联事件
家属与机构同步同一结果</a:t>
            </a:r>
          </a:p>
        </p:txBody>
      </p:sp>
    </p:spTree>
    <p:extLst>
      <p:ext uri="{BB962C8B-B14F-4D97-AF65-F5344CB8AC3E}">
        <p14:creationId xmlns:p14="http://schemas.microsoft.com/office/powerpoint/2010/main" val="13078399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1642A8D-B64F-4C78-8239-094F4896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646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CC4AA1C-46DF-4338-A6B0-7A39F5D7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 负责解释，不负责决定风险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D03D24AE-CB3F-4534-81A0-225D171C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规则引擎：不可越过的安全边界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客户端不能上传 risk_result。SOS 直接 urgent；头晕 + 晚药未确认为 high_risk；数据不足绝不等于稳定。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67E9CA4D-EBA6-4A87-AD68-F80839C8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Agent：解释、分发、建议人工跟进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风险等级、分数和理由必须与规则完全一致。JSON Schema、固定免责声明和禁止诊断/处方校验失败时重试一次，再进入确定性 Mock。</a:t>
            </a:r>
          </a:p>
        </p:txBody>
      </p:sp>
    </p:spTree>
    <p:extLst>
      <p:ext uri="{BB962C8B-B14F-4D97-AF65-F5344CB8AC3E}">
        <p14:creationId xmlns:p14="http://schemas.microsoft.com/office/powerpoint/2010/main" val="3742012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1FF5A8F-0C14-4D42-9C6B-908CA872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646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68ED6A0-799C-4564-95F7-FE0310C4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同一次已验证输出，服务三个不同角色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0C6A3EBD-A101-4E05-9901-042D04A8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护工
证据 + 优先级
下一步现场动作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08823CF0-B964-4819-AD44-6BDA9F73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家属
克制的安心摘要
只显示必要跟进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4995E353-D115-45E0-B30A-3611D487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机构
风险队列 + 闭环
团队测试数据隔离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5C9AA6B2-0DA3-4368-81E8-D036EC1A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EE2063CE-FCDF-4954-BDFE-66C3C672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4F300E39-F1EE-4360-A99F-72E0CDEF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5511631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CD79542B-9156-4464-A5E4-BF0E9D43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461D7CCF-3184-4611-9750-3D95B665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C068E24C-0135-4707-BAE5-B8FF951A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2D6AE3C2-C28D-4F15-8774-F2E82019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646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7CB67E5A-AEEB-4BEF-8581-CC352607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当前证据：主链路已经有自动验收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9F2299E-8746-40A1-B4A7-198904AE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后端测试通过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0180C9F-C252-4190-9B3E-6EE2D1A0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固件状态机通过
ESP32-S3 编译成功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61A65359-A2F2-4338-959B-1C948C47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前端测试通过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7826C2BF-2986-4D10-930A-27DA9C41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49 / 49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F88A0CDB-3751-45D6-BC72-5459C60E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64 / 64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2E78783-71EA-4BEA-BC18-1785C4F1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11 / 11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45013216-EAAF-432F-B780-57BA5DCE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本地自动测试 · 2026-07-11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覆盖规则、迁移、事件闭环、CSV 幂等、Agent Schema / SSE / fallback、三端数据换算与机构指标隔离。</a:t>
            </a:r>
          </a:p>
        </p:txBody>
      </p:sp>
    </p:spTree>
    <p:extLst>
      <p:ext uri="{BB962C8B-B14F-4D97-AF65-F5344CB8AC3E}">
        <p14:creationId xmlns:p14="http://schemas.microsoft.com/office/powerpoint/2010/main" val="8236198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602D12D-94D0-499C-9923-53675ADD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0646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FED17B4-80BF-413F-9C1A-10E4AE24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下一步只补真实证据，不再扩写功能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629197E3-7136-4412-8313-4D30237F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3349859-4ADE-4CEC-915B-A011FA9F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F25DA6E-AF5B-4D42-BF28-09E21C62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732AA1B7-987E-4BEF-A337-29C56697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59C1CEC1-9DD4-48D3-B770-895F22BC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现在已可演示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本地前后端
规则 + Agent fallback
真实 CSV 导入
三端任务闭环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9D55E3B2-DB7E-4E1A-A40D-A90146E9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0D509C1D-F240-42A0-8F3F-594D7697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需要用户补齐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刷新阿里模型凭据
连接 ESP32 与 COM 口
完成三次实体按键验收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C2FC39B2-5BA6-4B3B-BB93-D674D5F5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F08950CF-0969-44E9-8BE6-17184BDC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进入真实场景前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护工 / 家属 / 机构访谈
分项录音同意
工作人员封闭测试
正式隐私复核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B2F78677-0DE2-494B-9B24-D159E0F2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硬件与凭据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363F32D8-94E9-4306-A7D3-3AF99CD3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软件闭环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F1217D66-82B6-4ADE-8997-6F7FA095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场景与合规</a:t>
            </a:r>
          </a:p>
        </p:txBody>
      </p:sp>
    </p:spTree>
    <p:extLst>
      <p:ext uri="{BB962C8B-B14F-4D97-AF65-F5344CB8AC3E}">
        <p14:creationId xmlns:p14="http://schemas.microsoft.com/office/powerpoint/2010/main" val="21413759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31DB6F34-4FD1-4F4F-96E7-C4DE4097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下一步：把闭环
带进真实场景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C342933-6334-4C1F-AC41-BE893106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先工作人员 / 志愿者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再评估真实长者试戴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全程非医疗诊断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50CF8D27-0D99-461C-83E8-FF8280E9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CareBand v0.2</a:t>
            </a:r>
          </a:p>
        </p:txBody>
      </p:sp>
    </p:spTree>
    <p:extLst>
      <p:ext uri="{BB962C8B-B14F-4D97-AF65-F5344CB8AC3E}">
        <p14:creationId xmlns:p14="http://schemas.microsoft.com/office/powerpoint/2010/main" val="19240065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2026-07-11T08:14:03.3720000Z</dcterms:created>
  <dcterms:modified xsi:type="dcterms:W3CDTF">2026-07-11T08:14:03.3720000Z</dcterms:modified>
</coreProperties>
</file>